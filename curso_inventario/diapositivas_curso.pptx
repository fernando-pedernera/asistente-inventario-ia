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End-to-End MLOps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Asistente Inteligente de Inventario y Manuales</a:t>
            </a:r>
          </a:p>
          <a:p>
            <a:r>
              <a:t>Conceptos, Fases y Arquitectura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Objetivo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 un sistema integral que demuestre conocimientos avanzados combinando:</a:t>
            </a:r>
          </a:p>
          <a:p>
            <a:pPr lvl="1"/>
            <a:r>
              <a:t>1. Visión por Computadora (YOLOv8) para detección de objetos.</a:t>
            </a:r>
          </a:p>
          <a:p>
            <a:pPr lvl="1"/>
            <a:r>
              <a:t>2. Procesamiento de Lenguaje Natural (RAG) para lectura de manuales técnicos.</a:t>
            </a:r>
          </a:p>
          <a:p>
            <a:pPr lvl="1"/>
            <a:r>
              <a:t>3. Ingeniería de Software (APIs con FastAPI).</a:t>
            </a:r>
          </a:p>
          <a:p>
            <a:pPr lvl="1"/>
            <a:r>
              <a:t>4. DevOps &amp; Monitoreo (Docker, GitHub Actions, Data Drift).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 y 2: Preparación y Pipeline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Clave: Data Augmentation &amp; Bounding Boxes</a:t>
            </a:r>
          </a:p>
          <a:p>
            <a:pPr lvl="1"/>
            <a:r>
              <a:t>Las Redes Neuronales Profundas (Deep Learning) necesitan MUCHOS datos.</a:t>
            </a:r>
          </a:p>
          <a:p>
            <a:pPr lvl="1"/>
            <a:r>
              <a:t>¿La solución? Aumento de Datos. Partimos de 5 fotos y aplicamos matemáticas (rotación, brillo) para multiplicarlas.</a:t>
            </a:r>
          </a:p>
          <a:p>
            <a:pPr lvl="1"/>
            <a:r>
              <a:t>Usamos Roboflow para dibujar Bounding Boxes y etiquetar dónde está exactamente el objeto (Taza), facilitando el aprendizaje supervisado.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3: RAG (Retrieval-Augmented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problema: Los modelos grandes como Gemini inventan información (Alucinan) o no conocen los manuales privados.</a:t>
            </a:r>
          </a:p>
          <a:p>
            <a:pPr/>
            <a:r>
              <a:t>La solución (RAG):</a:t>
            </a:r>
          </a:p>
          <a:p>
            <a:pPr lvl="1"/>
            <a:r>
              <a:t>1. Chunking: Partimos nuestro manual en trozos pequeños.</a:t>
            </a:r>
          </a:p>
          <a:p>
            <a:pPr lvl="1"/>
            <a:r>
              <a:t>2. Embeddings: Convertimos cada trozo en un Vector matemático.</a:t>
            </a:r>
          </a:p>
          <a:p>
            <a:pPr lvl="1"/>
            <a:r>
              <a:t>3. Vector Store: Guardamos los vectores en FAISS.</a:t>
            </a:r>
          </a:p>
          <a:p>
            <a:pPr lvl="1"/>
            <a:r>
              <a:t>4. Al consultar, el sistema pasa al LLM sólo el párrafo matemáticamente más relevante.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3 (cont.): Visión Artificial (YOLO)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Clave: You Only Look Once</a:t>
            </a:r>
          </a:p>
          <a:p>
            <a:pPr lvl="1"/>
            <a:r>
              <a:t>Entrenamos la arquitectura YOLOv8.</a:t>
            </a:r>
          </a:p>
          <a:p>
            <a:pPr lvl="1"/>
            <a:r>
              <a:t>A diferencia de métodos antiguos que escanean la imagen por pedazos, YOLO procesa toda la matriz de píxeles de una sola vez.</a:t>
            </a:r>
          </a:p>
          <a:p>
            <a:pPr lvl="1"/>
            <a:r>
              <a:t>Esto permite lograr velocidad y precisión en tiempo real.</a:t>
            </a:r>
          </a:p>
          <a:p>
            <a:pPr lvl="1"/>
            <a:r>
              <a:t>Exportamos los pesos del entrenamiento a un archivo .pt (PyTorch).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4: API con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Clave: Orquestación y Microservicios</a:t>
            </a:r>
          </a:p>
          <a:p>
            <a:pPr lvl="1"/>
            <a:r>
              <a:t>Necesitamos un 'puente' para conectar el FrontEnd con los pesados modelos de IA.</a:t>
            </a:r>
          </a:p>
          <a:p>
            <a:pPr lvl="1"/>
            <a:r>
              <a:t>FastAPI recibe una imagen y texto simultáneamente.</a:t>
            </a:r>
          </a:p>
          <a:p>
            <a:pPr lvl="1"/>
            <a:r>
              <a:t>Flujo: Primero corre YOLO. ¿Hay taza?</a:t>
            </a:r>
          </a:p>
          <a:p>
            <a:pPr lvl="2"/>
            <a:r>
              <a:t>Si -&gt; Corre el flujo RAG. No -&gt; Cancela operación.</a:t>
            </a:r>
          </a:p>
          <a:p>
            <a:pPr lvl="1"/>
            <a:r>
              <a:t>Todo empaquetado en un archivo JSON limpio.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5: Docker y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Clave: Escalabilidad y Despliegues Confiables</a:t>
            </a:r>
          </a:p>
          <a:p>
            <a:pPr lvl="1"/>
            <a:r>
              <a:t>Docker: Construye una 'caja' que incluye Linux + Python + Librerías + Nuestro Código.</a:t>
            </a:r>
          </a:p>
          <a:p>
            <a:pPr lvl="2"/>
            <a:r>
              <a:t>Así funciona idéntico en mi PC y en un Servidor AWS.</a:t>
            </a:r>
          </a:p>
          <a:p>
            <a:pPr lvl="1"/>
            <a:r>
              <a:t>CI (Integración Continua): Usamos GitHub Actions.</a:t>
            </a:r>
          </a:p>
          <a:p>
            <a:pPr lvl="2"/>
            <a:r>
              <a:t>Un robot ejecuta scripts de prueba (pytest) cada vez que alguien intenta subir código nuevo a la rama principal.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6: Monitoreo (Data Drift)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 Clave: El mundo cambia, el modelo no.</a:t>
            </a:r>
          </a:p>
          <a:p>
            <a:pPr lvl="1"/>
            <a:r>
              <a:t>Data Drift: Cuando los datos de los usuarios en producción son estadísticamente diferentes a los datos con los que entrenamos.</a:t>
            </a:r>
          </a:p>
          <a:p>
            <a:pPr lvl="1"/>
            <a:r>
              <a:t>Usamos EvidentlyAI para comparar un histórico 'Sano' (Baseline) con los logs actuales.</a:t>
            </a:r>
          </a:p>
          <a:p>
            <a:pPr lvl="1"/>
            <a:r>
              <a:t>Si detecta anomalías, dispara alertas para que el equipo de Data Science re-entrene el modelo.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Final (Resumen)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Flujo de vida de una petición:</a:t>
            </a:r>
          </a:p>
          <a:p>
            <a:pPr lvl="1"/>
            <a:r>
              <a:t>1. Usuario -&gt; (Imagen + Texto) -&gt; FastAPI</a:t>
            </a:r>
          </a:p>
          <a:p>
            <a:pPr lvl="1"/>
            <a:r>
              <a:t>2. FastAPI -&gt; Llama a YOLOv8 -&gt; (Detecta Objeto)</a:t>
            </a:r>
          </a:p>
          <a:p>
            <a:pPr lvl="1"/>
            <a:r>
              <a:t>3. FastAPI -&gt; Busca en FAISS -&gt; Le habla a Google Gemini</a:t>
            </a:r>
          </a:p>
          <a:p>
            <a:pPr lvl="1"/>
            <a:r>
              <a:t>4. Respuesta -&gt; Vuelve al Usuario</a:t>
            </a:r>
          </a:p>
          <a:p>
            <a:pPr lvl="1"/>
            <a:r>
              <a:t>5. Background -&gt; Guarda métricas -&gt; EvidentlyAI detecta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